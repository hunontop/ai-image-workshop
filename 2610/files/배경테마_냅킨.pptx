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pos="166" userDrawn="1">
          <p15:clr>
            <a:srgbClr val="A4A3A4"/>
          </p15:clr>
        </p15:guide>
        <p15:guide id="3" pos="3931" userDrawn="1">
          <p15:clr>
            <a:srgbClr val="A4A3A4"/>
          </p15:clr>
        </p15:guide>
        <p15:guide id="4" pos="7514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B43"/>
    <a:srgbClr val="FFFFFF"/>
    <a:srgbClr val="F3F7FA"/>
    <a:srgbClr val="2C8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464" y="56"/>
      </p:cViewPr>
      <p:guideLst>
        <p:guide orient="horz" pos="913"/>
        <p:guide pos="166"/>
        <p:guide pos="3931"/>
        <p:guide pos="7514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38D8D-186C-4DC8-8169-3415675C440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61DAD-856D-43AB-ADB5-CCA6A22C9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80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AD-856D-43AB-ADB5-CCA6A22C96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186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AD-856D-43AB-ADB5-CCA6A22C96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505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081B2-125E-7AC0-65CE-0401E188B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7E17DE-B873-BC31-A48D-CE0A7C89B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63DD1-929D-787C-ECE1-CC779B3C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90DB0B-1432-762D-7D6B-1D44D37F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261ED-3A53-4C19-0B84-3576891B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17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73B05-4899-6294-F0E0-2BE690C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BFC36E-8481-B67B-9C54-74526DDDA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10539-825B-6BD6-D379-8FD958DF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B34E0-7A88-0478-D183-1779F398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5B621A-A636-6F53-9AFB-F79AD66B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75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FF63B-3CF7-D610-6E3E-C7AF79FF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E3047E-C195-0F8C-C5B7-2D4E282F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25511-F17B-7091-6570-3FB1BB69C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3BF253-AAF3-6377-E696-A10A5E7A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40347-EC0A-52E4-E942-CCEDC28D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5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AED93-B388-4723-C61F-BC99B859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EEA08-1D04-17CB-33BF-4DD2AEA52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DFB55C-89FF-9BAA-E386-86FD5E85A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159C3B-4AC1-1F24-A86D-EB55393F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0340B3-971D-AAEC-A694-F92DB09E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4F5DF1-3A6C-086D-B59A-C47F63DA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3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5E94A-F464-17CE-5E81-25B3B808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AE2473-851D-5DCE-159C-35B87A627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EF47A4-B6E8-A64B-78D2-1E0212750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C48B3A-5F20-72E6-AF80-846F9F339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2B0B76-E00B-45FD-D4DA-B089C05C8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37D83E-534E-396D-43C8-7EA229A9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4A4B17-A281-88E4-AC2E-A4E227D6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126B8E-00E3-11BC-E799-22342883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4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DDDC3-8DBC-0043-5DD8-DC3A5067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66D6BE-C3C3-3BEF-B7DF-EE876193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60E9DC-FB07-8B27-D886-8B7FD77C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E2A2A1-5FDB-2B57-6C05-F1555298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68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1229BF-DDD7-F6ED-4A37-C392BDFB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32E3D1-BEDA-910E-5243-997C6CB4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C5D698-2611-F13A-1FA5-7A26BDE5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34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1665A-7344-BED6-8377-EAE3D034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7D3D63-CD84-FBB5-071E-BE426516E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E794A7-9447-6357-8C6A-C26DC37C0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265DE9-62CE-EB1C-53C2-4DA17E3D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870E6-F388-9216-80F1-34612D2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DF7FE2-8862-A4D6-52EF-CA9538A3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1D014-DACC-8797-1463-56BBED23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7E22FC-BAE2-59E5-A5C8-BC4C9B170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B45CC0-43BD-6C30-B4E2-49500F20C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7810EA-AC5F-BDAD-864D-59610626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3B5C9E-3F2D-4B90-4AD3-302A08E9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34313F-EE12-EF07-11B8-17067D4D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7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74CA4-43E3-0CBA-F5FB-B3A0B197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DD8F38-0843-34C8-487D-4A85708C0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85A0C-5CFE-023C-7DA0-6F8BBAEC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3FEF2-8B46-03E5-5592-EB1659D8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D9C2-9BA2-B25C-0654-651CABF2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49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C07BE4-A463-8AEC-A63F-67C0A7972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B50E6B-FC55-A6C3-73C2-72DDB372E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55DBD-316E-877E-BB30-753E817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48BE8-B96C-FE09-BD56-697E59D6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30A647-A260-8490-ED97-B20B30B1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86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E0202D-9E82-4067-1888-E5127933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CAA412-6367-FE46-3BE0-9FF803BE2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13C768-612E-3EBB-C07A-84246637A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99D21-A7BC-612B-D059-3272AAA4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pic>
        <p:nvPicPr>
          <p:cNvPr id="7" name="그림 6" descr="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4121E66-64D2-AADD-E7AF-1B29051BB6A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D4B5A26-CD42-96DF-A27F-CF9769855838}"/>
              </a:ext>
            </a:extLst>
          </p:cNvPr>
          <p:cNvSpPr/>
          <p:nvPr userDrawn="1"/>
        </p:nvSpPr>
        <p:spPr>
          <a:xfrm>
            <a:off x="304800" y="1320801"/>
            <a:ext cx="11684000" cy="523664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B9F7F-BC8B-2CBD-DE28-76FCB6DA6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12643" y="65574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B4438A6-65A7-4085-9069-FA75E2FA8A2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577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541C253D-005F-F7F9-C71C-4D99D96C948D}"/>
              </a:ext>
            </a:extLst>
          </p:cNvPr>
          <p:cNvGrpSpPr/>
          <p:nvPr/>
        </p:nvGrpSpPr>
        <p:grpSpPr>
          <a:xfrm>
            <a:off x="262148" y="1446743"/>
            <a:ext cx="5684741" cy="4870776"/>
            <a:chOff x="439764" y="1446743"/>
            <a:chExt cx="5531881" cy="487077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8B231BD-A1A0-F52C-C1B5-24E769CD0050}"/>
                </a:ext>
              </a:extLst>
            </p:cNvPr>
            <p:cNvSpPr/>
            <p:nvPr/>
          </p:nvSpPr>
          <p:spPr>
            <a:xfrm>
              <a:off x="439764" y="1446743"/>
              <a:ext cx="5531881" cy="4870776"/>
            </a:xfrm>
            <a:prstGeom prst="roundRect">
              <a:avLst>
                <a:gd name="adj" fmla="val 300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E0E433F-E22E-1CF8-7E7D-8F197E6C76F1}"/>
                </a:ext>
              </a:extLst>
            </p:cNvPr>
            <p:cNvGrpSpPr/>
            <p:nvPr/>
          </p:nvGrpSpPr>
          <p:grpSpPr>
            <a:xfrm>
              <a:off x="447702" y="1446743"/>
              <a:ext cx="5516006" cy="607482"/>
              <a:chOff x="447702" y="1446743"/>
              <a:chExt cx="5516006" cy="607482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id="{E3C85027-46B3-BCC8-E951-4B54F93B09C9}"/>
                  </a:ext>
                </a:extLst>
              </p:cNvPr>
              <p:cNvSpPr/>
              <p:nvPr/>
            </p:nvSpPr>
            <p:spPr>
              <a:xfrm>
                <a:off x="447702" y="1450976"/>
                <a:ext cx="5516006" cy="603249"/>
              </a:xfrm>
              <a:prstGeom prst="round2SameRect">
                <a:avLst>
                  <a:gd name="adj1" fmla="val 9911"/>
                  <a:gd name="adj2" fmla="val 0"/>
                </a:avLst>
              </a:prstGeom>
              <a:solidFill>
                <a:srgbClr val="2C88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B807F538-A365-B1CA-4413-2F9B2FC686E1}"/>
                  </a:ext>
                </a:extLst>
              </p:cNvPr>
              <p:cNvSpPr/>
              <p:nvPr/>
            </p:nvSpPr>
            <p:spPr>
              <a:xfrm rot="5400000">
                <a:off x="454579" y="1439866"/>
                <a:ext cx="568327" cy="582081"/>
              </a:xfrm>
              <a:custGeom>
                <a:avLst/>
                <a:gdLst>
                  <a:gd name="connsiteX0" fmla="*/ 0 w 568327"/>
                  <a:gd name="connsiteY0" fmla="*/ 522293 h 582081"/>
                  <a:gd name="connsiteX1" fmla="*/ 0 w 568327"/>
                  <a:gd name="connsiteY1" fmla="*/ 0 h 582081"/>
                  <a:gd name="connsiteX2" fmla="*/ 568327 w 568327"/>
                  <a:gd name="connsiteY2" fmla="*/ 582081 h 582081"/>
                  <a:gd name="connsiteX3" fmla="*/ 59788 w 568327"/>
                  <a:gd name="connsiteY3" fmla="*/ 582081 h 582081"/>
                  <a:gd name="connsiteX4" fmla="*/ 0 w 568327"/>
                  <a:gd name="connsiteY4" fmla="*/ 522293 h 58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8327" h="582081">
                    <a:moveTo>
                      <a:pt x="0" y="522293"/>
                    </a:moveTo>
                    <a:lnTo>
                      <a:pt x="0" y="0"/>
                    </a:lnTo>
                    <a:lnTo>
                      <a:pt x="568327" y="582081"/>
                    </a:lnTo>
                    <a:lnTo>
                      <a:pt x="59788" y="582081"/>
                    </a:lnTo>
                    <a:cubicBezTo>
                      <a:pt x="26768" y="582081"/>
                      <a:pt x="0" y="555313"/>
                      <a:pt x="0" y="522293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>
                      <a:lumMod val="45000"/>
                      <a:lumOff val="55000"/>
                    </a:schemeClr>
                  </a:gs>
                  <a:gs pos="33000">
                    <a:srgbClr val="2C88C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CEF7879-7D8C-B6E8-035D-889E68E35959}"/>
              </a:ext>
            </a:extLst>
          </p:cNvPr>
          <p:cNvGrpSpPr/>
          <p:nvPr/>
        </p:nvGrpSpPr>
        <p:grpSpPr>
          <a:xfrm>
            <a:off x="6245113" y="1446743"/>
            <a:ext cx="5684741" cy="4870776"/>
            <a:chOff x="439764" y="1446743"/>
            <a:chExt cx="5531881" cy="4870776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0FCD3C4-1438-E379-2CCF-6926050B7C68}"/>
                </a:ext>
              </a:extLst>
            </p:cNvPr>
            <p:cNvSpPr/>
            <p:nvPr/>
          </p:nvSpPr>
          <p:spPr>
            <a:xfrm>
              <a:off x="439764" y="1446743"/>
              <a:ext cx="5531881" cy="4870776"/>
            </a:xfrm>
            <a:prstGeom prst="roundRect">
              <a:avLst>
                <a:gd name="adj" fmla="val 300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1C5EA1D-63E9-4DC1-FEDF-70CE75EEE946}"/>
                </a:ext>
              </a:extLst>
            </p:cNvPr>
            <p:cNvGrpSpPr/>
            <p:nvPr/>
          </p:nvGrpSpPr>
          <p:grpSpPr>
            <a:xfrm>
              <a:off x="447702" y="1446743"/>
              <a:ext cx="5516006" cy="607482"/>
              <a:chOff x="447702" y="1446743"/>
              <a:chExt cx="5516006" cy="607482"/>
            </a:xfrm>
          </p:grpSpPr>
          <p:sp>
            <p:nvSpPr>
              <p:cNvPr id="6" name="사각형: 둥근 위쪽 모서리 5">
                <a:extLst>
                  <a:ext uri="{FF2B5EF4-FFF2-40B4-BE49-F238E27FC236}">
                    <a16:creationId xmlns:a16="http://schemas.microsoft.com/office/drawing/2014/main" id="{50B41B74-4AC9-56C9-3E43-F88345B13D52}"/>
                  </a:ext>
                </a:extLst>
              </p:cNvPr>
              <p:cNvSpPr/>
              <p:nvPr/>
            </p:nvSpPr>
            <p:spPr>
              <a:xfrm>
                <a:off x="447702" y="1450976"/>
                <a:ext cx="5516006" cy="603249"/>
              </a:xfrm>
              <a:prstGeom prst="round2SameRect">
                <a:avLst>
                  <a:gd name="adj1" fmla="val 9911"/>
                  <a:gd name="adj2" fmla="val 0"/>
                </a:avLst>
              </a:prstGeom>
              <a:solidFill>
                <a:srgbClr val="2C88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43F50B8A-C992-537D-8187-E26909D06B13}"/>
                  </a:ext>
                </a:extLst>
              </p:cNvPr>
              <p:cNvSpPr/>
              <p:nvPr/>
            </p:nvSpPr>
            <p:spPr>
              <a:xfrm rot="5400000">
                <a:off x="454579" y="1439866"/>
                <a:ext cx="568327" cy="582081"/>
              </a:xfrm>
              <a:custGeom>
                <a:avLst/>
                <a:gdLst>
                  <a:gd name="connsiteX0" fmla="*/ 0 w 568327"/>
                  <a:gd name="connsiteY0" fmla="*/ 522293 h 582081"/>
                  <a:gd name="connsiteX1" fmla="*/ 0 w 568327"/>
                  <a:gd name="connsiteY1" fmla="*/ 0 h 582081"/>
                  <a:gd name="connsiteX2" fmla="*/ 568327 w 568327"/>
                  <a:gd name="connsiteY2" fmla="*/ 582081 h 582081"/>
                  <a:gd name="connsiteX3" fmla="*/ 59788 w 568327"/>
                  <a:gd name="connsiteY3" fmla="*/ 582081 h 582081"/>
                  <a:gd name="connsiteX4" fmla="*/ 0 w 568327"/>
                  <a:gd name="connsiteY4" fmla="*/ 522293 h 58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8327" h="582081">
                    <a:moveTo>
                      <a:pt x="0" y="522293"/>
                    </a:moveTo>
                    <a:lnTo>
                      <a:pt x="0" y="0"/>
                    </a:lnTo>
                    <a:lnTo>
                      <a:pt x="568327" y="582081"/>
                    </a:lnTo>
                    <a:lnTo>
                      <a:pt x="59788" y="582081"/>
                    </a:lnTo>
                    <a:cubicBezTo>
                      <a:pt x="26768" y="582081"/>
                      <a:pt x="0" y="555313"/>
                      <a:pt x="0" y="522293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>
                      <a:lumMod val="45000"/>
                      <a:lumOff val="55000"/>
                    </a:schemeClr>
                  </a:gs>
                  <a:gs pos="33000">
                    <a:srgbClr val="2C88C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30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0622AB-C134-898C-2BFC-15283A4BF55C}"/>
              </a:ext>
            </a:extLst>
          </p:cNvPr>
          <p:cNvSpPr/>
          <p:nvPr/>
        </p:nvSpPr>
        <p:spPr>
          <a:xfrm>
            <a:off x="263525" y="1449387"/>
            <a:ext cx="11664950" cy="4859337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76A32BD-D7C3-7EE5-C6BB-BFF8EA878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17"/>
          <a:stretch/>
        </p:blipFill>
        <p:spPr bwMode="auto">
          <a:xfrm>
            <a:off x="91865" y="1394624"/>
            <a:ext cx="11744900" cy="387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27DFA7A-C337-FB49-87D7-9308F6A29C59}"/>
              </a:ext>
            </a:extLst>
          </p:cNvPr>
          <p:cNvSpPr/>
          <p:nvPr/>
        </p:nvSpPr>
        <p:spPr>
          <a:xfrm>
            <a:off x="1236742" y="1394624"/>
            <a:ext cx="1822222" cy="96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B730B6-B82D-11DC-D97C-46DF7ECE58EC}"/>
              </a:ext>
            </a:extLst>
          </p:cNvPr>
          <p:cNvSpPr/>
          <p:nvPr/>
        </p:nvSpPr>
        <p:spPr>
          <a:xfrm>
            <a:off x="1118331" y="3960207"/>
            <a:ext cx="2045888" cy="9651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33621A8-342F-3AD6-B27D-A6D11F404828}"/>
              </a:ext>
            </a:extLst>
          </p:cNvPr>
          <p:cNvGrpSpPr/>
          <p:nvPr/>
        </p:nvGrpSpPr>
        <p:grpSpPr>
          <a:xfrm>
            <a:off x="1236742" y="4110733"/>
            <a:ext cx="1809067" cy="692659"/>
            <a:chOff x="1236742" y="4110733"/>
            <a:chExt cx="1809067" cy="69265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CB1DB6-CFF6-11AA-69D4-DB22B439EF31}"/>
                </a:ext>
              </a:extLst>
            </p:cNvPr>
            <p:cNvSpPr txBox="1"/>
            <p:nvPr/>
          </p:nvSpPr>
          <p:spPr>
            <a:xfrm>
              <a:off x="1486723" y="4110733"/>
              <a:ext cx="13091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pc="-200" dirty="0">
                  <a:solidFill>
                    <a:srgbClr val="F26B43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신청 접수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2DA395-166B-2DED-8D97-585C0F7519BB}"/>
                </a:ext>
              </a:extLst>
            </p:cNvPr>
            <p:cNvSpPr txBox="1"/>
            <p:nvPr/>
          </p:nvSpPr>
          <p:spPr>
            <a:xfrm>
              <a:off x="1236742" y="4526393"/>
              <a:ext cx="18090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spc="-15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시</a:t>
              </a:r>
              <a:r>
                <a:rPr lang="en-US" altLang="ko-KR" sz="1200" spc="-15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·</a:t>
              </a:r>
              <a:r>
                <a:rPr lang="ko-KR" altLang="en-US" sz="1200" spc="-15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도지사에게 신청서제출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82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10</Words>
  <Application>Microsoft Office PowerPoint</Application>
  <PresentationFormat>와이드스크린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에스코어 드림 4 Regular</vt:lpstr>
      <vt:lpstr>에스코어 드림 5 Medium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sanghun choi</dc:creator>
  <cp:lastModifiedBy>sanghun choi</cp:lastModifiedBy>
  <cp:revision>4</cp:revision>
  <dcterms:created xsi:type="dcterms:W3CDTF">2026-10-11T15:16:26Z</dcterms:created>
  <dcterms:modified xsi:type="dcterms:W3CDTF">2026-10-12T06:21:32Z</dcterms:modified>
</cp:coreProperties>
</file>