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464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081B2-125E-7AC0-65CE-0401E188BE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7E17DE-B873-BC31-A48D-CE0A7C89BD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463DD1-929D-787C-ECE1-CC779B3C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90DB0B-1432-762D-7D6B-1D44D37FA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9261ED-3A53-4C19-0B84-3576891B4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1170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73B05-4899-6294-F0E0-2BE690C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BFC36E-8481-B67B-9C54-74526DDDA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310539-825B-6BD6-D379-8FD958DF5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0B34E0-7A88-0478-D183-1779F3984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5B621A-A636-6F53-9AFB-F79AD66B5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753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6FF63B-3CF7-D610-6E3E-C7AF79FF8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E3047E-C195-0F8C-C5B7-2D4E282F9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025511-F17B-7091-6570-3FB1BB69C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3BF253-AAF3-6377-E696-A10A5E7A0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E40347-EC0A-52E4-E942-CCEDC28DE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735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AED93-B388-4723-C61F-BC99B8592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0EEA08-1D04-17CB-33BF-4DD2AEA52C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DFB55C-89FF-9BAA-E386-86FD5E85A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159C3B-4AC1-1F24-A86D-EB55393F4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0340B3-971D-AAEC-A694-F92DB09E7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4F5DF1-3A6C-086D-B59A-C47F63DA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836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95E94A-F464-17CE-5E81-25B3B808E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AE2473-851D-5DCE-159C-35B87A627D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EF47A4-B6E8-A64B-78D2-1E0212750E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C48B3A-5F20-72E6-AF80-846F9F3394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2B0B76-E00B-45FD-D4DA-B089C05C8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37D83E-534E-396D-43C8-7EA229A9D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4A4B17-A281-88E4-AC2E-A4E227D6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5126B8E-00E3-11BC-E799-22342883C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0347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CDDDC3-8DBC-0043-5DD8-DC3A5067C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166D6BE-C3C3-3BEF-B7DF-EE8761937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60E9DC-FB07-8B27-D886-8B7FD77C3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E2A2A1-5FDB-2B57-6C05-F15552983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688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1229BF-DDD7-F6ED-4A37-C392BDFB6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B32E3D1-BEDA-910E-5243-997C6CB43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5D698-2611-F13A-1FA5-7A26BDE57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0347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21665A-7344-BED6-8377-EAE3D0344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7D3D63-CD84-FBB5-071E-BE426516E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E794A7-9447-6357-8C6A-C26DC37C0F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265DE9-62CE-EB1C-53C2-4DA17E3D1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E870E6-F388-9216-80F1-34612D2D4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DF7FE2-8862-A4D6-52EF-CA9538A32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9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41D014-DACC-8797-1463-56BBED23D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7E22FC-BAE2-59E5-A5C8-BC4C9B1704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DB45CC0-43BD-6C30-B4E2-49500F20C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7810EA-AC5F-BDAD-864D-59610626B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13B5C9E-3F2D-4B90-4AD3-302A08E97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34313F-EE12-EF07-11B8-17067D4D3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8371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F74CA4-43E3-0CBA-F5FB-B3A0B197E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DD8F38-0843-34C8-487D-4A85708C0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85A0C-5CFE-023C-7DA0-6F8BBAEC3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03FEF2-8B46-03E5-5592-EB1659D81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20D9C2-9BA2-B25C-0654-651CABF2F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3499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AC07BE4-A463-8AEC-A63F-67C0A79720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EB50E6B-FC55-A6C3-73C2-72DDB372E5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555DBD-316E-877E-BB30-753E817FA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148BE8-B96C-FE09-BD56-697E59D69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30A647-A260-8490-ED97-B20B30B12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438A6-65A7-4085-9069-FA75E2FA8A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868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E0202D-9E82-4067-1888-E51279335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CAA412-6367-FE46-3BE0-9FF803BE2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13C768-612E-3EBB-C07A-84246637A1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3A85A4-5FF2-45CA-B966-1E76C0015F5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C99D21-A7BC-612B-D059-3272AAA407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pic>
        <p:nvPicPr>
          <p:cNvPr id="7" name="그림 6" descr="스크린샷, 직사각형, 디자인이(가) 표시된 사진&#10;&#10;자동 생성된 설명">
            <a:extLst>
              <a:ext uri="{FF2B5EF4-FFF2-40B4-BE49-F238E27FC236}">
                <a16:creationId xmlns:a16="http://schemas.microsoft.com/office/drawing/2014/main" id="{C4121E66-64D2-AADD-E7AF-1B29051BB6A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D4B5A26-CD42-96DF-A27F-CF9769855838}"/>
              </a:ext>
            </a:extLst>
          </p:cNvPr>
          <p:cNvSpPr/>
          <p:nvPr userDrawn="1"/>
        </p:nvSpPr>
        <p:spPr>
          <a:xfrm>
            <a:off x="549876" y="2168611"/>
            <a:ext cx="5233086" cy="40083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72F4B66-605D-E035-DFBF-6FD3D1785036}"/>
              </a:ext>
            </a:extLst>
          </p:cNvPr>
          <p:cNvSpPr/>
          <p:nvPr userDrawn="1"/>
        </p:nvSpPr>
        <p:spPr>
          <a:xfrm>
            <a:off x="6332838" y="2168611"/>
            <a:ext cx="5233086" cy="40083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B9F7F-BC8B-2CBD-DE28-76FCB6DA6C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512643" y="655744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0B4438A6-65A7-4085-9069-FA75E2FA8A2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45777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6307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842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sanghun choi</dc:creator>
  <cp:lastModifiedBy>sanghun choi</cp:lastModifiedBy>
  <cp:revision>1</cp:revision>
  <dcterms:created xsi:type="dcterms:W3CDTF">2026-10-11T15:16:26Z</dcterms:created>
  <dcterms:modified xsi:type="dcterms:W3CDTF">2026-10-12T05:19:22Z</dcterms:modified>
</cp:coreProperties>
</file>